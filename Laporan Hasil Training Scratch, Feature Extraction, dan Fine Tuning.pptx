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6E55C6-AB5C-4683-88AC-17F44E100456}">
  <a:tblStyle styleId="{DD6E55C6-AB5C-4683-88AC-17F44E1004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a57507b2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a57507b2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a57507b2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a57507b2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a57507b2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a57507b2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a57507b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a57507b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a57507b2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a57507b2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a57507b2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a57507b2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Laporan Hasil Training Scratch, Feature Extraction, dan Fine Tuning</a:t>
            </a:r>
            <a:endParaRPr sz="348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Federico Matthew Pratama - 233405001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&amp; Library yang digunakan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TensorFlow &amp; Keras</a:t>
            </a:r>
            <a:r>
              <a:rPr lang="en"/>
              <a:t>: Framework utama untuk membangun, melatih, dan evaluasi model.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ResNet50</a:t>
            </a:r>
            <a:r>
              <a:rPr lang="en"/>
              <a:t>: Model utama yang digunakan untuk Feature Extraction dan Fine Tuning.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Layers</a:t>
            </a:r>
            <a:r>
              <a:rPr lang="en"/>
              <a:t>: Menggunakan GlobalAveragePooling2D, Dropout, dan Dense untuk custom classifier head.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ImageDataGenerator</a:t>
            </a:r>
            <a:r>
              <a:rPr lang="en"/>
              <a:t>: Untuk preprocessing (preprocess_input) dan augmentasi data (rotasi, flip, shift) agar model tidak overfit.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&amp; Library yang digunakan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Pandas &amp; NumPy</a:t>
            </a:r>
            <a:r>
              <a:rPr lang="en"/>
              <a:t>: Manipulasi dataframe dan operasi numerik array.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Scikit-Learn</a:t>
            </a:r>
            <a:r>
              <a:rPr lang="en"/>
              <a:t>: Untuk membagi data (train_test_split) dan metrik evaluasi (confusion_matrix, classification_report).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Matplotlib &amp; Seaborn</a:t>
            </a:r>
            <a:r>
              <a:rPr lang="en"/>
              <a:t>: Visualisasi grafik akurasi/loss dan Heatmap Confusion Matrix.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Kaggle: Untuk API mengunduh Dataset </a:t>
            </a:r>
            <a:r>
              <a:rPr lang="en" sz="1050">
                <a:solidFill>
                  <a:srgbClr val="82C6FF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kaggle datasets download -d wenewone/cub2002011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Evaluasi Hasil</a:t>
            </a:r>
            <a:endParaRPr/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729450" y="20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{DD6E55C6-AB5C-4683-88AC-17F44E100456}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11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Training Ke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Scratch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Feature Extraction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Fine Tuning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0.0732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0.0661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0.8947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0.6182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0.8481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0.6953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0.1472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0.1267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0.9102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0.6153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0.8476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0.6975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0.1249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0.1216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0.9066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0.6233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Train: 0.8491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Validation: 0.6890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Matplot Scratch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3433799" cy="1415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3250" y="1853850"/>
            <a:ext cx="3433796" cy="14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250" y="3268950"/>
            <a:ext cx="3433799" cy="141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Matplot Feature Extraction</a:t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1"/>
            <a:ext cx="3433801" cy="139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3250" y="1853850"/>
            <a:ext cx="3433801" cy="139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650" y="3245300"/>
            <a:ext cx="3433801" cy="1391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Matplot Fine Tuning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875" y="1864201"/>
            <a:ext cx="3382927" cy="14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3250" y="1864199"/>
            <a:ext cx="3382953" cy="14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875" y="3279299"/>
            <a:ext cx="3382924" cy="1415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